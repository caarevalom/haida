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4"/>
  </p:sldMasterIdLst>
  <p:notesMasterIdLst>
    <p:notesMasterId r:id="rId12"/>
  </p:notesMasterIdLst>
  <p:sldIdLst>
    <p:sldId id="2145705855" r:id="rId5"/>
    <p:sldId id="2145705824" r:id="rId6"/>
    <p:sldId id="2145705857" r:id="rId7"/>
    <p:sldId id="2145705854" r:id="rId8"/>
    <p:sldId id="2145705858" r:id="rId9"/>
    <p:sldId id="2145705856" r:id="rId10"/>
    <p:sldId id="207613779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95B612F-117E-8A14-5D86-21A4F9622A11}" name="Teresa Diez Bartolome" initials="TDB" userId="S::tdiez@hiberus.com::ddca77a2-b7ae-4743-8eac-fc41fe31f30b" providerId="AD"/>
  <p188:author id="{4A17AA64-84D7-54C1-A743-4110615DD4D6}" name="Cristina Fernandez Marco" initials="CFM" userId="S::cfernandezm@hiberus.com::575dcd25-7736-4089-9dbc-ee30945a483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962"/>
    <a:srgbClr val="F6F6F6"/>
    <a:srgbClr val="FFFFFF"/>
    <a:srgbClr val="F2F0EB"/>
    <a:srgbClr val="FBFBFB"/>
    <a:srgbClr val="000000"/>
    <a:srgbClr val="01305A"/>
    <a:srgbClr val="EAEAEA"/>
    <a:srgbClr val="BCAC71"/>
    <a:srgbClr val="FB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817AB6-72B2-3766-EA85-ACC308208D90}" v="96" dt="2025-11-18T11:55:10.728"/>
    <p1510:client id="{E95098D2-D692-41E6-BCCE-1A8F87379D56}" v="9" dt="2025-11-18T11:43:39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Nozar" userId="6459b595-1f33-4365-b8d5-c6eec90591ea" providerId="ADAL" clId="{814D1704-491E-42DC-A708-858EE322A25C}"/>
    <pc:docChg chg="undo custSel delSld modSld">
      <pc:chgData name="Fernando Nozar" userId="6459b595-1f33-4365-b8d5-c6eec90591ea" providerId="ADAL" clId="{814D1704-491E-42DC-A708-858EE322A25C}" dt="2025-11-18T11:43:39.571" v="740" actId="2696"/>
      <pc:docMkLst>
        <pc:docMk/>
      </pc:docMkLst>
      <pc:sldChg chg="modSp mod">
        <pc:chgData name="Fernando Nozar" userId="6459b595-1f33-4365-b8d5-c6eec90591ea" providerId="ADAL" clId="{814D1704-491E-42DC-A708-858EE322A25C}" dt="2025-11-18T10:28:21.352" v="288" actId="27918"/>
        <pc:sldMkLst>
          <pc:docMk/>
          <pc:sldMk cId="581503943" sldId="2145705824"/>
        </pc:sldMkLst>
        <pc:spChg chg="mod">
          <ac:chgData name="Fernando Nozar" userId="6459b595-1f33-4365-b8d5-c6eec90591ea" providerId="ADAL" clId="{814D1704-491E-42DC-A708-858EE322A25C}" dt="2025-11-18T10:28:11.085" v="283" actId="20577"/>
          <ac:spMkLst>
            <pc:docMk/>
            <pc:sldMk cId="581503943" sldId="2145705824"/>
            <ac:spMk id="9" creationId="{F287C3A3-FF34-B298-7AAF-8F340F7A1DD0}"/>
          </ac:spMkLst>
        </pc:spChg>
        <pc:spChg chg="mod">
          <ac:chgData name="Fernando Nozar" userId="6459b595-1f33-4365-b8d5-c6eec90591ea" providerId="ADAL" clId="{814D1704-491E-42DC-A708-858EE322A25C}" dt="2025-11-18T10:15:01.146" v="133" actId="14100"/>
          <ac:spMkLst>
            <pc:docMk/>
            <pc:sldMk cId="581503943" sldId="2145705824"/>
            <ac:spMk id="26" creationId="{084561F5-4BF7-A0F2-5126-ADC67349AA62}"/>
          </ac:spMkLst>
        </pc:spChg>
      </pc:sldChg>
      <pc:sldChg chg="addSp delSp modSp mod">
        <pc:chgData name="Fernando Nozar" userId="6459b595-1f33-4365-b8d5-c6eec90591ea" providerId="ADAL" clId="{814D1704-491E-42DC-A708-858EE322A25C}" dt="2025-11-18T10:35:15.947" v="485" actId="20577"/>
        <pc:sldMkLst>
          <pc:docMk/>
          <pc:sldMk cId="3623777133" sldId="2145705854"/>
        </pc:sldMkLst>
        <pc:spChg chg="add mod">
          <ac:chgData name="Fernando Nozar" userId="6459b595-1f33-4365-b8d5-c6eec90591ea" providerId="ADAL" clId="{814D1704-491E-42DC-A708-858EE322A25C}" dt="2025-11-18T10:32:51.416" v="463"/>
          <ac:spMkLst>
            <pc:docMk/>
            <pc:sldMk cId="3623777133" sldId="2145705854"/>
            <ac:spMk id="2" creationId="{AE93BCCC-6244-06D5-8C22-E2150F930D1C}"/>
          </ac:spMkLst>
        </pc:spChg>
        <pc:spChg chg="add mod">
          <ac:chgData name="Fernando Nozar" userId="6459b595-1f33-4365-b8d5-c6eec90591ea" providerId="ADAL" clId="{814D1704-491E-42DC-A708-858EE322A25C}" dt="2025-11-18T10:35:15.947" v="485" actId="20577"/>
          <ac:spMkLst>
            <pc:docMk/>
            <pc:sldMk cId="3623777133" sldId="2145705854"/>
            <ac:spMk id="4" creationId="{9521729D-79B9-35F8-1024-AD367253DDD2}"/>
          </ac:spMkLst>
        </pc:spChg>
        <pc:spChg chg="del">
          <ac:chgData name="Fernando Nozar" userId="6459b595-1f33-4365-b8d5-c6eec90591ea" providerId="ADAL" clId="{814D1704-491E-42DC-A708-858EE322A25C}" dt="2025-11-18T10:32:56.494" v="464" actId="478"/>
          <ac:spMkLst>
            <pc:docMk/>
            <pc:sldMk cId="3623777133" sldId="2145705854"/>
            <ac:spMk id="20" creationId="{FF67CC9B-FD47-01A8-A952-265FB1ECF978}"/>
          </ac:spMkLst>
        </pc:spChg>
        <pc:spChg chg="mod">
          <ac:chgData name="Fernando Nozar" userId="6459b595-1f33-4365-b8d5-c6eec90591ea" providerId="ADAL" clId="{814D1704-491E-42DC-A708-858EE322A25C}" dt="2025-11-18T10:33:27.503" v="468" actId="20577"/>
          <ac:spMkLst>
            <pc:docMk/>
            <pc:sldMk cId="3623777133" sldId="2145705854"/>
            <ac:spMk id="27" creationId="{C8BB33CC-83BD-6951-60D0-7AD3A193D5F3}"/>
          </ac:spMkLst>
        </pc:spChg>
      </pc:sldChg>
      <pc:sldChg chg="modSp mod">
        <pc:chgData name="Fernando Nozar" userId="6459b595-1f33-4365-b8d5-c6eec90591ea" providerId="ADAL" clId="{814D1704-491E-42DC-A708-858EE322A25C}" dt="2025-11-18T10:14:16.696" v="101" actId="20577"/>
        <pc:sldMkLst>
          <pc:docMk/>
          <pc:sldMk cId="2574938241" sldId="2145705855"/>
        </pc:sldMkLst>
        <pc:spChg chg="mod">
          <ac:chgData name="Fernando Nozar" userId="6459b595-1f33-4365-b8d5-c6eec90591ea" providerId="ADAL" clId="{814D1704-491E-42DC-A708-858EE322A25C}" dt="2025-11-18T10:14:16.696" v="101" actId="20577"/>
          <ac:spMkLst>
            <pc:docMk/>
            <pc:sldMk cId="2574938241" sldId="2145705855"/>
            <ac:spMk id="6" creationId="{50DDDF0B-56C0-E3CD-20F6-7B58AFAEDFC5}"/>
          </ac:spMkLst>
        </pc:spChg>
        <pc:spChg chg="mod">
          <ac:chgData name="Fernando Nozar" userId="6459b595-1f33-4365-b8d5-c6eec90591ea" providerId="ADAL" clId="{814D1704-491E-42DC-A708-858EE322A25C}" dt="2025-11-18T10:13:58.812" v="91" actId="1035"/>
          <ac:spMkLst>
            <pc:docMk/>
            <pc:sldMk cId="2574938241" sldId="2145705855"/>
            <ac:spMk id="7" creationId="{34A1758D-9601-C405-B64B-CF030316F142}"/>
          </ac:spMkLst>
        </pc:spChg>
      </pc:sldChg>
      <pc:sldChg chg="modSp mod">
        <pc:chgData name="Fernando Nozar" userId="6459b595-1f33-4365-b8d5-c6eec90591ea" providerId="ADAL" clId="{814D1704-491E-42DC-A708-858EE322A25C}" dt="2025-11-18T10:41:59.031" v="739" actId="6549"/>
        <pc:sldMkLst>
          <pc:docMk/>
          <pc:sldMk cId="1535323783" sldId="2145705856"/>
        </pc:sldMkLst>
        <pc:spChg chg="mod">
          <ac:chgData name="Fernando Nozar" userId="6459b595-1f33-4365-b8d5-c6eec90591ea" providerId="ADAL" clId="{814D1704-491E-42DC-A708-858EE322A25C}" dt="2025-11-18T10:41:59.031" v="739" actId="6549"/>
          <ac:spMkLst>
            <pc:docMk/>
            <pc:sldMk cId="1535323783" sldId="2145705856"/>
            <ac:spMk id="10" creationId="{C1E6055E-2DF7-D6D1-B979-3B878C54BF70}"/>
          </ac:spMkLst>
        </pc:spChg>
      </pc:sldChg>
      <pc:sldChg chg="modSp mod">
        <pc:chgData name="Fernando Nozar" userId="6459b595-1f33-4365-b8d5-c6eec90591ea" providerId="ADAL" clId="{814D1704-491E-42DC-A708-858EE322A25C}" dt="2025-11-18T10:28:43.241" v="296" actId="20577"/>
        <pc:sldMkLst>
          <pc:docMk/>
          <pc:sldMk cId="579499129" sldId="2145705857"/>
        </pc:sldMkLst>
        <pc:spChg chg="mod">
          <ac:chgData name="Fernando Nozar" userId="6459b595-1f33-4365-b8d5-c6eec90591ea" providerId="ADAL" clId="{814D1704-491E-42DC-A708-858EE322A25C}" dt="2025-11-18T10:28:43.241" v="296" actId="20577"/>
          <ac:spMkLst>
            <pc:docMk/>
            <pc:sldMk cId="579499129" sldId="2145705857"/>
            <ac:spMk id="4" creationId="{780EA89A-8A17-6517-3316-C8003E2E67D2}"/>
          </ac:spMkLst>
        </pc:spChg>
        <pc:spChg chg="mod">
          <ac:chgData name="Fernando Nozar" userId="6459b595-1f33-4365-b8d5-c6eec90591ea" providerId="ADAL" clId="{814D1704-491E-42DC-A708-858EE322A25C}" dt="2025-11-18T10:28:36.545" v="293" actId="20577"/>
          <ac:spMkLst>
            <pc:docMk/>
            <pc:sldMk cId="579499129" sldId="2145705857"/>
            <ac:spMk id="5" creationId="{91219479-84D5-7ADB-04C0-8F81E98685E0}"/>
          </ac:spMkLst>
        </pc:spChg>
      </pc:sldChg>
      <pc:sldChg chg="addSp delSp modSp mod">
        <pc:chgData name="Fernando Nozar" userId="6459b595-1f33-4365-b8d5-c6eec90591ea" providerId="ADAL" clId="{814D1704-491E-42DC-A708-858EE322A25C}" dt="2025-11-18T10:31:07.164" v="459" actId="20577"/>
        <pc:sldMkLst>
          <pc:docMk/>
          <pc:sldMk cId="1252149214" sldId="2145705858"/>
        </pc:sldMkLst>
        <pc:spChg chg="mod">
          <ac:chgData name="Fernando Nozar" userId="6459b595-1f33-4365-b8d5-c6eec90591ea" providerId="ADAL" clId="{814D1704-491E-42DC-A708-858EE322A25C}" dt="2025-11-18T10:31:07.164" v="459" actId="20577"/>
          <ac:spMkLst>
            <pc:docMk/>
            <pc:sldMk cId="1252149214" sldId="2145705858"/>
            <ac:spMk id="20" creationId="{CBEA7C4D-2C1C-9E05-7F83-527297CF50D2}"/>
          </ac:spMkLst>
        </pc:spChg>
        <pc:spChg chg="mod">
          <ac:chgData name="Fernando Nozar" userId="6459b595-1f33-4365-b8d5-c6eec90591ea" providerId="ADAL" clId="{814D1704-491E-42DC-A708-858EE322A25C}" dt="2025-11-18T10:17:33.452" v="153" actId="20577"/>
          <ac:spMkLst>
            <pc:docMk/>
            <pc:sldMk cId="1252149214" sldId="2145705858"/>
            <ac:spMk id="27" creationId="{D75F4ADA-120E-24B5-651D-93468CE82B98}"/>
          </ac:spMkLst>
        </pc:spChg>
        <pc:picChg chg="del">
          <ac:chgData name="Fernando Nozar" userId="6459b595-1f33-4365-b8d5-c6eec90591ea" providerId="ADAL" clId="{814D1704-491E-42DC-A708-858EE322A25C}" dt="2025-11-18T10:15:13.605" v="137" actId="478"/>
          <ac:picMkLst>
            <pc:docMk/>
            <pc:sldMk cId="1252149214" sldId="2145705858"/>
            <ac:picMk id="4" creationId="{4FDD5D6B-F24E-8F75-82EB-4F27144D7855}"/>
          </ac:picMkLst>
        </pc:picChg>
        <pc:picChg chg="add mod">
          <ac:chgData name="Fernando Nozar" userId="6459b595-1f33-4365-b8d5-c6eec90591ea" providerId="ADAL" clId="{814D1704-491E-42DC-A708-858EE322A25C}" dt="2025-11-18T10:23:38.961" v="233" actId="1035"/>
          <ac:picMkLst>
            <pc:docMk/>
            <pc:sldMk cId="1252149214" sldId="2145705858"/>
            <ac:picMk id="5" creationId="{5AF985E0-0A63-77D9-26EC-1B83F5758A48}"/>
          </ac:picMkLst>
        </pc:picChg>
      </pc:sldChg>
      <pc:sldChg chg="delSp del mod">
        <pc:chgData name="Fernando Nozar" userId="6459b595-1f33-4365-b8d5-c6eec90591ea" providerId="ADAL" clId="{814D1704-491E-42DC-A708-858EE322A25C}" dt="2025-11-18T11:43:39.571" v="740" actId="2696"/>
        <pc:sldMkLst>
          <pc:docMk/>
          <pc:sldMk cId="3415922724" sldId="2145705859"/>
        </pc:sldMkLst>
        <pc:spChg chg="del">
          <ac:chgData name="Fernando Nozar" userId="6459b595-1f33-4365-b8d5-c6eec90591ea" providerId="ADAL" clId="{814D1704-491E-42DC-A708-858EE322A25C}" dt="2025-11-18T10:39:46.014" v="618" actId="478"/>
          <ac:spMkLst>
            <pc:docMk/>
            <pc:sldMk cId="3415922724" sldId="2145705859"/>
            <ac:spMk id="10" creationId="{A7E406CD-DA95-8092-007A-380A565A7B35}"/>
          </ac:spMkLst>
        </pc:spChg>
      </pc:sldChg>
    </pc:docChg>
  </pc:docChgLst>
  <pc:docChgLst>
    <pc:chgData name="Laura Ovelleiro Llamazares" userId="S::lovelleiro@hiberus.com::86b1c885-03ee-4444-9e7a-430ba67e3e24" providerId="AD" clId="Web-{5B817AB6-72B2-3766-EA85-ACC308208D90}"/>
    <pc:docChg chg="modSld">
      <pc:chgData name="Laura Ovelleiro Llamazares" userId="S::lovelleiro@hiberus.com::86b1c885-03ee-4444-9e7a-430ba67e3e24" providerId="AD" clId="Web-{5B817AB6-72B2-3766-EA85-ACC308208D90}" dt="2025-11-18T11:55:07.978" v="91" actId="20577"/>
      <pc:docMkLst>
        <pc:docMk/>
      </pc:docMkLst>
      <pc:sldChg chg="addSp delSp modSp">
        <pc:chgData name="Laura Ovelleiro Llamazares" userId="S::lovelleiro@hiberus.com::86b1c885-03ee-4444-9e7a-430ba67e3e24" providerId="AD" clId="Web-{5B817AB6-72B2-3766-EA85-ACC308208D90}" dt="2025-11-18T11:55:07.978" v="91" actId="20577"/>
        <pc:sldMkLst>
          <pc:docMk/>
          <pc:sldMk cId="3623777133" sldId="2145705854"/>
        </pc:sldMkLst>
        <pc:spChg chg="del mod">
          <ac:chgData name="Laura Ovelleiro Llamazares" userId="S::lovelleiro@hiberus.com::86b1c885-03ee-4444-9e7a-430ba67e3e24" providerId="AD" clId="Web-{5B817AB6-72B2-3766-EA85-ACC308208D90}" dt="2025-11-18T11:47:36.141" v="30"/>
          <ac:spMkLst>
            <pc:docMk/>
            <pc:sldMk cId="3623777133" sldId="2145705854"/>
            <ac:spMk id="4" creationId="{9521729D-79B9-35F8-1024-AD367253DDD2}"/>
          </ac:spMkLst>
        </pc:spChg>
        <pc:spChg chg="add mod">
          <ac:chgData name="Laura Ovelleiro Llamazares" userId="S::lovelleiro@hiberus.com::86b1c885-03ee-4444-9e7a-430ba67e3e24" providerId="AD" clId="Web-{5B817AB6-72B2-3766-EA85-ACC308208D90}" dt="2025-11-18T11:55:07.978" v="91" actId="20577"/>
          <ac:spMkLst>
            <pc:docMk/>
            <pc:sldMk cId="3623777133" sldId="2145705854"/>
            <ac:spMk id="9" creationId="{411AE440-B4B8-8238-CEAF-C40A0CBC6CF1}"/>
          </ac:spMkLst>
        </pc:spChg>
        <pc:spChg chg="mod">
          <ac:chgData name="Laura Ovelleiro Llamazares" userId="S::lovelleiro@hiberus.com::86b1c885-03ee-4444-9e7a-430ba67e3e24" providerId="AD" clId="Web-{5B817AB6-72B2-3766-EA85-ACC308208D90}" dt="2025-11-18T11:46:08.951" v="18" actId="20577"/>
          <ac:spMkLst>
            <pc:docMk/>
            <pc:sldMk cId="3623777133" sldId="2145705854"/>
            <ac:spMk id="27" creationId="{C8BB33CC-83BD-6951-60D0-7AD3A193D5F3}"/>
          </ac:spMkLst>
        </pc:spChg>
        <pc:picChg chg="add del mod modCrop">
          <ac:chgData name="Laura Ovelleiro Llamazares" userId="S::lovelleiro@hiberus.com::86b1c885-03ee-4444-9e7a-430ba67e3e24" providerId="AD" clId="Web-{5B817AB6-72B2-3766-EA85-ACC308208D90}" dt="2025-11-18T11:46:47.452" v="22"/>
          <ac:picMkLst>
            <pc:docMk/>
            <pc:sldMk cId="3623777133" sldId="2145705854"/>
            <ac:picMk id="2" creationId="{6FC2E7C3-39E2-8DB1-68E0-50C1146E8023}"/>
          </ac:picMkLst>
        </pc:picChg>
        <pc:picChg chg="del">
          <ac:chgData name="Laura Ovelleiro Llamazares" userId="S::lovelleiro@hiberus.com::86b1c885-03ee-4444-9e7a-430ba67e3e24" providerId="AD" clId="Web-{5B817AB6-72B2-3766-EA85-ACC308208D90}" dt="2025-11-18T11:29:10.573" v="0"/>
          <ac:picMkLst>
            <pc:docMk/>
            <pc:sldMk cId="3623777133" sldId="2145705854"/>
            <ac:picMk id="5" creationId="{BB75E1B1-ECE2-0D65-665F-A9289B3E18E1}"/>
          </ac:picMkLst>
        </pc:picChg>
        <pc:picChg chg="add mod modCrop">
          <ac:chgData name="Laura Ovelleiro Llamazares" userId="S::lovelleiro@hiberus.com::86b1c885-03ee-4444-9e7a-430ba67e3e24" providerId="AD" clId="Web-{5B817AB6-72B2-3766-EA85-ACC308208D90}" dt="2025-11-18T11:47:12.703" v="29" actId="1076"/>
          <ac:picMkLst>
            <pc:docMk/>
            <pc:sldMk cId="3623777133" sldId="2145705854"/>
            <ac:picMk id="6" creationId="{7C2D167A-98AF-7215-B2CB-E8046D827393}"/>
          </ac:picMkLst>
        </pc:picChg>
      </pc:sldChg>
      <pc:sldChg chg="modSp">
        <pc:chgData name="Laura Ovelleiro Llamazares" userId="S::lovelleiro@hiberus.com::86b1c885-03ee-4444-9e7a-430ba67e3e24" providerId="AD" clId="Web-{5B817AB6-72B2-3766-EA85-ACC308208D90}" dt="2025-11-18T11:54:00.540" v="35" actId="20577"/>
        <pc:sldMkLst>
          <pc:docMk/>
          <pc:sldMk cId="1252149214" sldId="2145705858"/>
        </pc:sldMkLst>
        <pc:spChg chg="mod">
          <ac:chgData name="Laura Ovelleiro Llamazares" userId="S::lovelleiro@hiberus.com::86b1c885-03ee-4444-9e7a-430ba67e3e24" providerId="AD" clId="Web-{5B817AB6-72B2-3766-EA85-ACC308208D90}" dt="2025-11-18T11:54:00.540" v="35" actId="20577"/>
          <ac:spMkLst>
            <pc:docMk/>
            <pc:sldMk cId="1252149214" sldId="2145705858"/>
            <ac:spMk id="27" creationId="{D75F4ADA-120E-24B5-651D-93468CE82B9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E4DF60_22A90BC7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Columna1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1E0-45F4-8BF1-0398F22ECEF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1E0-45F4-8BF1-0398F22ECEF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1E0-45F4-8BF1-0398F22ECEF3}"/>
              </c:ext>
            </c:extLst>
          </c:dPt>
          <c:cat>
            <c:strRef>
              <c:f>Hoja1!$A$2:$A$4</c:f>
              <c:strCache>
                <c:ptCount val="3"/>
                <c:pt idx="0">
                  <c:v>Planificadas</c:v>
                </c:pt>
                <c:pt idx="1">
                  <c:v>Validadas</c:v>
                </c:pt>
                <c:pt idx="2">
                  <c:v>Con Incidencias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  <c:pt idx="0">
                  <c:v>17</c:v>
                </c:pt>
                <c:pt idx="1">
                  <c:v>17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E0-45F4-8BF1-0398F22ECE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86933567"/>
        <c:axId val="1886930207"/>
      </c:barChart>
      <c:catAx>
        <c:axId val="18869335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886930207"/>
        <c:crosses val="autoZero"/>
        <c:auto val="1"/>
        <c:lblAlgn val="ctr"/>
        <c:lblOffset val="100"/>
        <c:noMultiLvlLbl val="0"/>
      </c:catAx>
      <c:valAx>
        <c:axId val="18869302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8869335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57E6D-7A01-48C6-A5A5-3B135B8C409B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41A6A4-966A-45C6-9892-19A2B28691D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760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B146D-04BE-4112-A541-C57E9572F351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711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7B5A8-5556-458B-89F5-3EB3EAE583A5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0110-F03B-4467-8FED-FD9628AA35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034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7B5A8-5556-458B-89F5-3EB3EAE583A5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0110-F03B-4467-8FED-FD9628AA35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0427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7B5A8-5556-458B-89F5-3EB3EAE583A5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0110-F03B-4467-8FED-FD9628AA35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6652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7B5A8-5556-458B-89F5-3EB3EAE583A5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0110-F03B-4467-8FED-FD9628AA35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546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7B5A8-5556-458B-89F5-3EB3EAE583A5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0110-F03B-4467-8FED-FD9628AA35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8148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7B5A8-5556-458B-89F5-3EB3EAE583A5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0110-F03B-4467-8FED-FD9628AA35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8411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7B5A8-5556-458B-89F5-3EB3EAE583A5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0110-F03B-4467-8FED-FD9628AA35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118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7B5A8-5556-458B-89F5-3EB3EAE583A5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0110-F03B-4467-8FED-FD9628AA35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4109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7B5A8-5556-458B-89F5-3EB3EAE583A5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0110-F03B-4467-8FED-FD9628AA35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0843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7B5A8-5556-458B-89F5-3EB3EAE583A5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0110-F03B-4467-8FED-FD9628AA35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4068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7B5A8-5556-458B-89F5-3EB3EAE583A5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0110-F03B-4467-8FED-FD9628AA35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5185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ido Bl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D66745F-D10F-6518-4A4D-2C252C4943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CD6AB9-4BDD-60E0-E41F-9AB66E6C8BAC}"/>
              </a:ext>
            </a:extLst>
          </p:cNvPr>
          <p:cNvSpPr txBox="1"/>
          <p:nvPr userDrawn="1"/>
        </p:nvSpPr>
        <p:spPr>
          <a:xfrm>
            <a:off x="216275" y="65664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BDBC60-1C3D-8D66-AA55-FD6E826757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2075" y="162361"/>
            <a:ext cx="1603650" cy="192182"/>
          </a:xfrm>
          <a:prstGeom prst="rect">
            <a:avLst/>
          </a:prstGeom>
        </p:spPr>
      </p:pic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370D3C7F-9BA8-F9D5-5C19-584AD1D831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3890" y="1058403"/>
            <a:ext cx="1887542" cy="4716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s-ES"/>
              <a:t>Título 1</a:t>
            </a:r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0F2BA45D-6DAC-3E1B-573E-7C94E0210C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5578" y="1706935"/>
            <a:ext cx="1887542" cy="3128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s-ES"/>
              <a:t>Título 2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D0A9E4FD-DD73-9B49-1BDE-16F03AE207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577" y="2009400"/>
            <a:ext cx="1338205" cy="252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s-ES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1812347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804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7B5A8-5556-458B-89F5-3EB3EAE583A5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F0110-F03B-4467-8FED-FD9628AA35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877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Imagen que contiene computadora&#10;&#10;Descripción generada automáticamente">
            <a:extLst>
              <a:ext uri="{FF2B5EF4-FFF2-40B4-BE49-F238E27FC236}">
                <a16:creationId xmlns:a16="http://schemas.microsoft.com/office/drawing/2014/main" id="{B4B417BA-F95F-BD8E-7419-0611699AEE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0DDDF0B-56C0-E3CD-20F6-7B58AFAEDF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29191" y="5861048"/>
            <a:ext cx="2380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Fecha: 10/11 - 17/11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883B1E1-A769-61F9-81DB-3A8C7A4C3C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794327"/>
            <a:ext cx="2417216" cy="62826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4A1758D-9601-C405-B64B-CF030316F142}"/>
              </a:ext>
            </a:extLst>
          </p:cNvPr>
          <p:cNvSpPr txBox="1">
            <a:spLocks/>
          </p:cNvSpPr>
          <p:nvPr/>
        </p:nvSpPr>
        <p:spPr>
          <a:xfrm>
            <a:off x="8012892" y="4244238"/>
            <a:ext cx="3732628" cy="1708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Informe de Estado de Calidad [</a:t>
            </a:r>
            <a:r>
              <a:rPr kumimoji="0" lang="es-ES_tradnl" sz="28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mobile</a:t>
            </a:r>
            <a:r>
              <a:rPr kumimoji="0" lang="es-ES_tradnl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500" b="0" i="0" u="none" strike="noStrike" kern="1200" cap="none" spc="0" normalizeH="0" baseline="0" noProof="0">
              <a:ln>
                <a:noFill/>
              </a:ln>
              <a:solidFill>
                <a:srgbClr val="173962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200" b="1" i="0" u="none" strike="noStrike" kern="1200" cap="none" spc="0" normalizeH="0" baseline="0" noProof="0">
                <a:ln>
                  <a:noFill/>
                </a:ln>
                <a:solidFill>
                  <a:srgbClr val="1ED7EB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REGRESIÓN HOME, PLP Y PDP</a:t>
            </a:r>
            <a:endParaRPr kumimoji="0" lang="es-ES_tradnl" sz="2200" b="1" i="0" u="none" strike="noStrike" kern="1200" cap="none" spc="0" normalizeH="0" baseline="0" noProof="0">
              <a:ln>
                <a:noFill/>
              </a:ln>
              <a:solidFill>
                <a:srgbClr val="1ED7E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938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B2A131-2989-9928-6B60-FCFCBA5C6D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598115" y="544127"/>
            <a:ext cx="9481316" cy="550964"/>
          </a:xfrm>
        </p:spPr>
        <p:txBody>
          <a:bodyPr>
            <a:normAutofit/>
          </a:bodyPr>
          <a:lstStyle/>
          <a:p>
            <a:r>
              <a:rPr lang="es-ES" b="1">
                <a:latin typeface="Lato"/>
                <a:ea typeface="Lato"/>
                <a:cs typeface="Lato"/>
              </a:rPr>
              <a:t>Resumen del Sprint</a:t>
            </a:r>
            <a:endParaRPr lang="es-ES" sz="3200">
              <a:solidFill>
                <a:srgbClr val="173962"/>
              </a:solidFill>
              <a:latin typeface="Lato"/>
              <a:ea typeface="Lato"/>
              <a:cs typeface="Lato"/>
            </a:endParaRPr>
          </a:p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EB3637D-2C92-4299-AE2C-6B89F13172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8115" y="1106517"/>
            <a:ext cx="418632" cy="73053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rgbClr val="5ACADF"/>
              </a:solidFill>
            </a:endParaRP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F287C3A3-FF34-B298-7AAF-8F340F7A1DD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04111" y="1412059"/>
            <a:ext cx="4786686" cy="1667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600"/>
              <a:t>📋 </a:t>
            </a:r>
            <a:r>
              <a:rPr lang="es-ES" sz="1600" b="1">
                <a:latin typeface="Lato"/>
                <a:ea typeface="Lato"/>
                <a:cs typeface="Lato"/>
              </a:rPr>
              <a:t>Historias de Usuario planificadas: </a:t>
            </a:r>
            <a:r>
              <a:rPr lang="es-ES" sz="1600">
                <a:latin typeface="Lato"/>
                <a:ea typeface="Lato"/>
                <a:cs typeface="Lato"/>
              </a:rPr>
              <a:t>17</a:t>
            </a:r>
          </a:p>
          <a:p>
            <a:pPr>
              <a:lnSpc>
                <a:spcPct val="150000"/>
              </a:lnSpc>
            </a:pPr>
            <a:r>
              <a:rPr lang="es-ES" sz="1600"/>
              <a:t>✅ </a:t>
            </a:r>
            <a:r>
              <a:rPr lang="es-ES" sz="1600" b="1">
                <a:latin typeface="Lato"/>
                <a:ea typeface="Lato"/>
                <a:cs typeface="Lato"/>
              </a:rPr>
              <a:t>Historias de Usuario validadas por QA: </a:t>
            </a:r>
            <a:r>
              <a:rPr lang="es-ES" sz="1600">
                <a:latin typeface="Lato"/>
                <a:ea typeface="Lato"/>
                <a:cs typeface="Lato"/>
              </a:rPr>
              <a:t>17</a:t>
            </a:r>
          </a:p>
          <a:p>
            <a:pPr>
              <a:lnSpc>
                <a:spcPct val="150000"/>
              </a:lnSpc>
            </a:pPr>
            <a:r>
              <a:rPr lang="es-ES" sz="1600"/>
              <a:t>⚠️ </a:t>
            </a:r>
            <a:r>
              <a:rPr lang="es-ES" sz="1600" b="1">
                <a:latin typeface="Lato"/>
                <a:ea typeface="Lato"/>
                <a:cs typeface="Lato"/>
              </a:rPr>
              <a:t>Historias de Usuario con incidencias: </a:t>
            </a:r>
            <a:r>
              <a:rPr lang="es-ES" sz="1600">
                <a:latin typeface="Lato"/>
                <a:ea typeface="Lato"/>
                <a:cs typeface="Lato"/>
              </a:rPr>
              <a:t>9</a:t>
            </a:r>
          </a:p>
          <a:p>
            <a:endParaRPr lang="es-ES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99F4E9DB-7309-CE18-93E3-8F2555E70C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8115" y="3603744"/>
            <a:ext cx="9481316" cy="550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>
                <a:latin typeface="Lato"/>
                <a:ea typeface="Lato"/>
                <a:cs typeface="Lato"/>
              </a:rPr>
              <a:t>Actividades Realizadas</a:t>
            </a:r>
          </a:p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0EC2F59-B3A5-9C3C-F660-BF9F828124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8115" y="4151676"/>
            <a:ext cx="418632" cy="73053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rgbClr val="5ACADF"/>
              </a:solidFill>
            </a:endParaRP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084561F5-4BF7-A0F2-5126-ADC67349AA62}"/>
              </a:ext>
            </a:extLst>
          </p:cNvPr>
          <p:cNvSpPr txBox="1">
            <a:spLocks/>
          </p:cNvSpPr>
          <p:nvPr/>
        </p:nvSpPr>
        <p:spPr>
          <a:xfrm>
            <a:off x="1889185" y="4271808"/>
            <a:ext cx="8190246" cy="2085860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600"/>
              <a:t>⚙️ Integración de plataformas</a:t>
            </a:r>
          </a:p>
          <a:p>
            <a:pPr>
              <a:lnSpc>
                <a:spcPct val="150000"/>
              </a:lnSpc>
            </a:pPr>
            <a:r>
              <a:rPr lang="es-ES" sz="1600"/>
              <a:t>🛠️ </a:t>
            </a:r>
            <a:r>
              <a:rPr lang="es-ES" sz="1600">
                <a:latin typeface="Lato"/>
                <a:ea typeface="Lato"/>
                <a:cs typeface="Lato"/>
              </a:rPr>
              <a:t>Pruebas Manuales</a:t>
            </a:r>
          </a:p>
          <a:p>
            <a:pPr>
              <a:lnSpc>
                <a:spcPct val="150000"/>
              </a:lnSpc>
            </a:pPr>
            <a:r>
              <a:rPr lang="es-ES" sz="1600"/>
              <a:t>🧾 </a:t>
            </a:r>
            <a:r>
              <a:rPr lang="es-ES" sz="1600">
                <a:latin typeface="Lato"/>
                <a:ea typeface="Lato"/>
                <a:cs typeface="Lato"/>
              </a:rPr>
              <a:t>Validación de Criterios de Aceptación</a:t>
            </a:r>
          </a:p>
          <a:p>
            <a:pPr>
              <a:lnSpc>
                <a:spcPct val="150000"/>
              </a:lnSpc>
            </a:pPr>
            <a:r>
              <a:rPr lang="es-ES" sz="1600"/>
              <a:t>🐞 </a:t>
            </a:r>
            <a:r>
              <a:rPr lang="es-ES" sz="1600">
                <a:latin typeface="Lato"/>
                <a:ea typeface="Lato"/>
                <a:cs typeface="Lato"/>
              </a:rPr>
              <a:t>Reporte y Seguimiento de bugs</a:t>
            </a:r>
          </a:p>
          <a:p>
            <a:pPr>
              <a:lnSpc>
                <a:spcPct val="150000"/>
              </a:lnSpc>
            </a:pPr>
            <a:r>
              <a:rPr lang="es-ES" sz="1600"/>
              <a:t>📷 Generación de Evidencias</a:t>
            </a:r>
          </a:p>
          <a:p>
            <a:pPr>
              <a:lnSpc>
                <a:spcPct val="150000"/>
              </a:lnSpc>
            </a:pPr>
            <a:r>
              <a:rPr lang="es-ES" sz="1600"/>
              <a:t>📱 Ejecución en app</a:t>
            </a:r>
          </a:p>
          <a:p>
            <a:pPr>
              <a:lnSpc>
                <a:spcPct val="150000"/>
              </a:lnSpc>
            </a:pPr>
            <a:r>
              <a:rPr lang="es-ES" sz="1600"/>
              <a:t>🛡️✔️ </a:t>
            </a:r>
            <a:r>
              <a:rPr lang="es-ES" sz="1600" err="1"/>
              <a:t>Testing</a:t>
            </a:r>
            <a:r>
              <a:rPr lang="es-ES" sz="1600"/>
              <a:t> de confirmación y de regresión</a:t>
            </a: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8A88DBE3-1F72-B8AD-4876-28B92EA6E6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9317366"/>
              </p:ext>
            </p:extLst>
          </p:nvPr>
        </p:nvGraphicFramePr>
        <p:xfrm>
          <a:off x="5995416" y="1222283"/>
          <a:ext cx="4200144" cy="2005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81503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22A5783-B13D-5725-9B33-691287AC5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3C2E6B-B6B0-F8AD-2AA0-40E014A43C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598115" y="544127"/>
            <a:ext cx="9481316" cy="550964"/>
          </a:xfrm>
        </p:spPr>
        <p:txBody>
          <a:bodyPr>
            <a:normAutofit/>
          </a:bodyPr>
          <a:lstStyle/>
          <a:p>
            <a:r>
              <a:rPr lang="es-ES" b="1">
                <a:latin typeface="Lato"/>
                <a:ea typeface="Lato"/>
                <a:cs typeface="Lato"/>
              </a:rPr>
              <a:t>Metodología</a:t>
            </a:r>
            <a:endParaRPr lang="es-ES" sz="3200">
              <a:solidFill>
                <a:srgbClr val="173962"/>
              </a:solidFill>
              <a:latin typeface="Lato"/>
              <a:ea typeface="Lato"/>
              <a:cs typeface="Lato"/>
            </a:endParaRPr>
          </a:p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84BFDBA-ECB9-2D82-E27B-595BDA156B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8115" y="1106517"/>
            <a:ext cx="418632" cy="73053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rgbClr val="5ACADF"/>
              </a:solidFill>
            </a:endParaRP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4262672B-6264-3C0D-B599-5203C1FA9CF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04111" y="1412059"/>
            <a:ext cx="4786686" cy="16671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600"/>
              <a:t>🧪 </a:t>
            </a:r>
            <a:r>
              <a:rPr lang="es-ES" sz="1600" b="1">
                <a:latin typeface="Lato"/>
                <a:ea typeface="Lato"/>
                <a:cs typeface="Lato"/>
              </a:rPr>
              <a:t>Pruebas realizadas en </a:t>
            </a:r>
            <a:r>
              <a:rPr lang="es-ES" sz="1600" b="1" err="1">
                <a:latin typeface="Lato"/>
                <a:ea typeface="Lato"/>
                <a:cs typeface="Lato"/>
              </a:rPr>
              <a:t>BrowserStack</a:t>
            </a:r>
            <a:r>
              <a:rPr lang="es-ES" sz="1600" b="1">
                <a:latin typeface="Lato"/>
                <a:ea typeface="Lato"/>
                <a:cs typeface="Lato"/>
              </a:rPr>
              <a:t>:</a:t>
            </a:r>
            <a:endParaRPr lang="es-ES" sz="1600">
              <a:latin typeface="Lato"/>
              <a:ea typeface="Lato"/>
              <a:cs typeface="Lato"/>
            </a:endParaRPr>
          </a:p>
          <a:p>
            <a:r>
              <a:rPr lang="es-ES" sz="1500"/>
              <a:t>	🔥iOS a través de </a:t>
            </a:r>
            <a:r>
              <a:rPr lang="es-ES" sz="1500" err="1"/>
              <a:t>Firebase</a:t>
            </a:r>
            <a:endParaRPr lang="es-ES" sz="1500"/>
          </a:p>
          <a:p>
            <a:r>
              <a:rPr lang="es-ES" sz="1500"/>
              <a:t>	📦 Android a través de la .</a:t>
            </a:r>
            <a:r>
              <a:rPr lang="es-ES" sz="1500" err="1"/>
              <a:t>apk</a:t>
            </a:r>
            <a:endParaRPr lang="es-ES" sz="1500"/>
          </a:p>
          <a:p>
            <a:endParaRPr lang="es-ES" sz="1600"/>
          </a:p>
          <a:p>
            <a:r>
              <a:rPr lang="es-ES" sz="1600"/>
              <a:t>📐 </a:t>
            </a:r>
            <a:r>
              <a:rPr lang="es-ES" sz="1600" b="1"/>
              <a:t>Enfoque en maquetación de flujos principales</a:t>
            </a:r>
            <a:endParaRPr lang="es-ES" sz="1500"/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EE114E87-FAD8-9477-46AE-FCE10CB23310}"/>
              </a:ext>
            </a:extLst>
          </p:cNvPr>
          <p:cNvSpPr txBox="1"/>
          <p:nvPr/>
        </p:nvSpPr>
        <p:spPr>
          <a:xfrm>
            <a:off x="1001063" y="3850459"/>
            <a:ext cx="4786686" cy="1667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600"/>
              <a:t>📲  </a:t>
            </a:r>
            <a:r>
              <a:rPr lang="es-ES" sz="1600" b="1">
                <a:latin typeface="Lato"/>
                <a:ea typeface="Lato"/>
                <a:cs typeface="Lato"/>
              </a:rPr>
              <a:t>Dispositivos utilizados:</a:t>
            </a:r>
            <a:endParaRPr lang="es-ES" sz="1600">
              <a:latin typeface="Lato"/>
              <a:ea typeface="Lato"/>
              <a:cs typeface="Lato"/>
            </a:endParaRPr>
          </a:p>
          <a:p>
            <a:pPr marL="285750" indent="-285750">
              <a:buFontTx/>
              <a:buChar char="-"/>
            </a:pPr>
            <a:r>
              <a:rPr lang="es-ES" sz="1500" b="1"/>
              <a:t>iOS:</a:t>
            </a:r>
            <a:endParaRPr lang="es-ES" sz="700" b="1"/>
          </a:p>
          <a:p>
            <a:pPr marL="971550" lvl="1" indent="-285750">
              <a:buFontTx/>
              <a:buChar char="-"/>
            </a:pPr>
            <a:r>
              <a:rPr lang="es-ES" sz="14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iPhone 15 Pro con SO v17.2</a:t>
            </a:r>
          </a:p>
          <a:p>
            <a:pPr marL="971550" lvl="1" indent="-285750">
              <a:buFontTx/>
              <a:buChar char="-"/>
            </a:pPr>
            <a:r>
              <a:rPr lang="es-ES" sz="14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iPhone 14 con SO v18.0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780EA89A-8A17-6517-3316-C8003E2E67D2}"/>
              </a:ext>
            </a:extLst>
          </p:cNvPr>
          <p:cNvSpPr txBox="1"/>
          <p:nvPr/>
        </p:nvSpPr>
        <p:spPr>
          <a:xfrm>
            <a:off x="5350559" y="4341187"/>
            <a:ext cx="4786686" cy="1667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s-ES" sz="1500" b="1" err="1"/>
              <a:t>android</a:t>
            </a:r>
            <a:r>
              <a:rPr lang="es-ES" sz="1500" b="1"/>
              <a:t>:</a:t>
            </a:r>
            <a:endParaRPr lang="es-ES" sz="700" b="1"/>
          </a:p>
          <a:p>
            <a:pPr marL="971550" lvl="1" indent="-285750">
              <a:buFontTx/>
              <a:buChar char="-"/>
            </a:pPr>
            <a:r>
              <a:rPr lang="es-ES" sz="14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Samsung Galaxy S23 Ultra con SO v13</a:t>
            </a:r>
          </a:p>
          <a:p>
            <a:pPr marL="971550" lvl="1" indent="-285750">
              <a:buFontTx/>
              <a:buChar char="-"/>
            </a:pPr>
            <a:r>
              <a:rPr lang="es-ES" sz="1400" err="1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Oppo</a:t>
            </a:r>
            <a:r>
              <a:rPr lang="es-ES" sz="14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Reno 8T 5G v14</a:t>
            </a: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91219479-84D5-7ADB-04C0-8F81E98685E0}"/>
              </a:ext>
            </a:extLst>
          </p:cNvPr>
          <p:cNvSpPr txBox="1"/>
          <p:nvPr/>
        </p:nvSpPr>
        <p:spPr>
          <a:xfrm>
            <a:off x="6009418" y="1580575"/>
            <a:ext cx="4786686" cy="16671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600"/>
              <a:t>🔢  </a:t>
            </a:r>
            <a:r>
              <a:rPr lang="es-ES" sz="1600" b="1">
                <a:latin typeface="Lato"/>
                <a:ea typeface="Lato"/>
                <a:cs typeface="Lato"/>
              </a:rPr>
              <a:t>Versiones de app testeadas:</a:t>
            </a:r>
            <a:endParaRPr lang="es-ES" sz="1600">
              <a:latin typeface="Lato"/>
              <a:ea typeface="Lato"/>
              <a:cs typeface="Lato"/>
            </a:endParaRPr>
          </a:p>
          <a:p>
            <a:pPr marL="285750" indent="-285750">
              <a:buFontTx/>
              <a:buChar char="-"/>
            </a:pPr>
            <a:r>
              <a:rPr lang="es-ES" sz="1500" b="1"/>
              <a:t>iOS: </a:t>
            </a:r>
            <a:r>
              <a:rPr lang="es-ES" sz="1500"/>
              <a:t>6.0 (111)</a:t>
            </a:r>
          </a:p>
          <a:p>
            <a:pPr marL="285750" indent="-285750">
              <a:buFontTx/>
              <a:buChar char="-"/>
            </a:pPr>
            <a:r>
              <a:rPr lang="es-ES" sz="1500" b="1"/>
              <a:t>Android:</a:t>
            </a:r>
            <a:r>
              <a:rPr lang="es-ES" sz="1500"/>
              <a:t> 1.0-STG14</a:t>
            </a:r>
          </a:p>
          <a:p>
            <a:endParaRPr lang="es-ES" sz="1500"/>
          </a:p>
          <a:p>
            <a:r>
              <a:rPr lang="es-ES" sz="1500"/>
              <a:t>🚀</a:t>
            </a:r>
            <a:r>
              <a:rPr lang="es-ES" sz="1600"/>
              <a:t> </a:t>
            </a:r>
            <a:r>
              <a:rPr lang="es-ES" sz="1500" b="1"/>
              <a:t>Entorno:</a:t>
            </a:r>
            <a:r>
              <a:rPr lang="es-ES" sz="1500"/>
              <a:t> </a:t>
            </a:r>
            <a:r>
              <a:rPr lang="es-ES" sz="1500" err="1"/>
              <a:t>Staging</a:t>
            </a:r>
            <a:endParaRPr lang="es-ES" sz="1500"/>
          </a:p>
          <a:p>
            <a:endParaRPr lang="es-ES" sz="1500"/>
          </a:p>
        </p:txBody>
      </p:sp>
    </p:spTree>
    <p:extLst>
      <p:ext uri="{BB962C8B-B14F-4D97-AF65-F5344CB8AC3E}">
        <p14:creationId xmlns:p14="http://schemas.microsoft.com/office/powerpoint/2010/main" val="5794991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B2A131-2989-9928-6B60-FCFCBA5C6D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8115" y="514408"/>
            <a:ext cx="9161522" cy="369902"/>
          </a:xfrm>
        </p:spPr>
        <p:txBody>
          <a:bodyPr>
            <a:normAutofit fontScale="70000" lnSpcReduction="20000"/>
          </a:bodyPr>
          <a:lstStyle/>
          <a:p>
            <a:r>
              <a:rPr lang="es-ES" sz="3500" b="1">
                <a:latin typeface="Lato"/>
                <a:ea typeface="Lato"/>
                <a:cs typeface="Lato"/>
              </a:rPr>
              <a:t>Resultados iOS </a:t>
            </a:r>
            <a:r>
              <a:rPr lang="es-ES" sz="3600"/>
              <a:t>🍏</a:t>
            </a:r>
            <a:endParaRPr lang="es-ES" sz="3500">
              <a:solidFill>
                <a:srgbClr val="173962"/>
              </a:solidFill>
              <a:latin typeface="Lato"/>
              <a:ea typeface="Lato"/>
              <a:cs typeface="Lato"/>
            </a:endParaRPr>
          </a:p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EB3637D-2C92-4299-AE2C-6B89F13172B9}"/>
              </a:ext>
            </a:extLst>
          </p:cNvPr>
          <p:cNvSpPr>
            <a:spLocks/>
          </p:cNvSpPr>
          <p:nvPr/>
        </p:nvSpPr>
        <p:spPr>
          <a:xfrm>
            <a:off x="598115" y="889239"/>
            <a:ext cx="418632" cy="73053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rgbClr val="5ACADF"/>
              </a:solidFill>
            </a:endParaRP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C8BB33CC-83BD-6951-60D0-7AD3A193D5F3}"/>
              </a:ext>
            </a:extLst>
          </p:cNvPr>
          <p:cNvSpPr txBox="1">
            <a:spLocks/>
          </p:cNvSpPr>
          <p:nvPr/>
        </p:nvSpPr>
        <p:spPr>
          <a:xfrm>
            <a:off x="1016747" y="1043945"/>
            <a:ext cx="4477267" cy="25245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400" b="1">
                <a:latin typeface="Lato"/>
                <a:ea typeface="Lato"/>
                <a:cs typeface="Lato"/>
              </a:rPr>
              <a:t>Casos de Prueba diseñados: </a:t>
            </a:r>
            <a:r>
              <a:rPr lang="es-ES" sz="1400">
                <a:latin typeface="Lato"/>
                <a:ea typeface="Lato"/>
                <a:cs typeface="Lato"/>
              </a:rPr>
              <a:t>112</a:t>
            </a:r>
            <a:endParaRPr lang="es-ES" sz="1400"/>
          </a:p>
          <a:p>
            <a:r>
              <a:rPr lang="es-ES" sz="1400" b="1">
                <a:latin typeface="Lato"/>
                <a:ea typeface="Lato"/>
                <a:cs typeface="Lato"/>
              </a:rPr>
              <a:t>Casos de Prueba ejecutados: </a:t>
            </a:r>
            <a:r>
              <a:rPr lang="es-ES" sz="1400">
                <a:latin typeface="Lato"/>
                <a:ea typeface="Lato"/>
                <a:cs typeface="Lato"/>
              </a:rPr>
              <a:t>112</a:t>
            </a:r>
            <a:endParaRPr lang="es-ES" sz="1400"/>
          </a:p>
          <a:p>
            <a:r>
              <a:rPr lang="es-ES" sz="1400" b="1">
                <a:latin typeface="Lato"/>
                <a:ea typeface="Lato"/>
                <a:cs typeface="Lato"/>
              </a:rPr>
              <a:t>Casos </a:t>
            </a:r>
            <a:r>
              <a:rPr lang="es-ES" sz="1400" b="1">
                <a:solidFill>
                  <a:srgbClr val="00B050"/>
                </a:solidFill>
                <a:latin typeface="Lato"/>
                <a:ea typeface="Lato"/>
                <a:cs typeface="Lato"/>
              </a:rPr>
              <a:t>OK</a:t>
            </a:r>
            <a:r>
              <a:rPr lang="es-ES" sz="1400" b="1">
                <a:latin typeface="Lato"/>
                <a:ea typeface="Lato"/>
                <a:cs typeface="Lato"/>
              </a:rPr>
              <a:t>:</a:t>
            </a:r>
            <a:r>
              <a:rPr lang="es-ES" sz="1400">
                <a:latin typeface="Lato"/>
                <a:ea typeface="Lato"/>
                <a:cs typeface="Lato"/>
              </a:rPr>
              <a:t> 78</a:t>
            </a:r>
            <a:endParaRPr lang="es-ES" sz="1400"/>
          </a:p>
          <a:p>
            <a:r>
              <a:rPr lang="es-ES" sz="1400" b="1">
                <a:latin typeface="Lato"/>
                <a:ea typeface="Lato"/>
                <a:cs typeface="Lato"/>
              </a:rPr>
              <a:t>Casos </a:t>
            </a:r>
            <a:r>
              <a:rPr lang="es-ES" sz="1400" b="1">
                <a:solidFill>
                  <a:srgbClr val="C00000"/>
                </a:solidFill>
                <a:latin typeface="Lato"/>
                <a:ea typeface="Lato"/>
                <a:cs typeface="Lato"/>
              </a:rPr>
              <a:t>KO</a:t>
            </a:r>
            <a:r>
              <a:rPr lang="es-ES" sz="1400" b="1">
                <a:latin typeface="Lato"/>
                <a:ea typeface="Lato"/>
                <a:cs typeface="Lato"/>
              </a:rPr>
              <a:t>:</a:t>
            </a:r>
            <a:r>
              <a:rPr lang="es-ES" sz="1400">
                <a:latin typeface="Lato"/>
                <a:ea typeface="Lato"/>
                <a:cs typeface="Lato"/>
              </a:rPr>
              <a:t> 22</a:t>
            </a:r>
            <a:endParaRPr lang="es-ES" sz="1400"/>
          </a:p>
          <a:p>
            <a:r>
              <a:rPr lang="es-ES" sz="1400" b="1">
                <a:latin typeface="Lato"/>
                <a:ea typeface="Lato"/>
                <a:cs typeface="Lato"/>
              </a:rPr>
              <a:t>Casos </a:t>
            </a:r>
            <a:r>
              <a:rPr lang="es-ES" sz="14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BLOCKED</a:t>
            </a:r>
            <a:r>
              <a:rPr lang="es-ES" sz="1400" b="1">
                <a:latin typeface="Lato"/>
                <a:ea typeface="Lato"/>
                <a:cs typeface="Lato"/>
              </a:rPr>
              <a:t>:</a:t>
            </a:r>
            <a:r>
              <a:rPr lang="es-ES" sz="1400">
                <a:latin typeface="Lato"/>
                <a:ea typeface="Lato"/>
                <a:cs typeface="Lato"/>
              </a:rPr>
              <a:t> 12</a:t>
            </a:r>
            <a:endParaRPr lang="es-ES" sz="1400"/>
          </a:p>
          <a:p>
            <a:r>
              <a:rPr lang="es-ES" sz="1400">
                <a:latin typeface="Lato"/>
                <a:ea typeface="Lato"/>
                <a:cs typeface="Lato"/>
              </a:rPr>
              <a:t>🐛 </a:t>
            </a:r>
            <a:r>
              <a:rPr lang="es-ES" sz="1400" b="1">
                <a:latin typeface="Lato"/>
                <a:ea typeface="Lato"/>
                <a:cs typeface="Lato"/>
              </a:rPr>
              <a:t>Bugs reportados:</a:t>
            </a:r>
            <a:r>
              <a:rPr lang="es-ES" sz="1400">
                <a:latin typeface="Lato"/>
                <a:ea typeface="Lato"/>
                <a:cs typeface="Lato"/>
              </a:rPr>
              <a:t> 17 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18D91B03-C46E-A71A-7777-D5105C244AD8}"/>
              </a:ext>
            </a:extLst>
          </p:cNvPr>
          <p:cNvSpPr txBox="1">
            <a:spLocks/>
          </p:cNvSpPr>
          <p:nvPr/>
        </p:nvSpPr>
        <p:spPr>
          <a:xfrm>
            <a:off x="601875" y="3811230"/>
            <a:ext cx="9481316" cy="4074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700" b="1">
                <a:latin typeface="Lato"/>
                <a:ea typeface="Lato"/>
                <a:cs typeface="Lato"/>
              </a:rPr>
              <a:t>Bloqueos o Riesgos</a:t>
            </a:r>
            <a:endParaRPr lang="es-ES" sz="2700">
              <a:latin typeface="Lato"/>
              <a:ea typeface="Lato"/>
              <a:cs typeface="Lato"/>
            </a:endParaRPr>
          </a:p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8F4EEA4-5660-AE91-FEA0-6F19AB1F257E}"/>
              </a:ext>
            </a:extLst>
          </p:cNvPr>
          <p:cNvSpPr>
            <a:spLocks/>
          </p:cNvSpPr>
          <p:nvPr/>
        </p:nvSpPr>
        <p:spPr>
          <a:xfrm>
            <a:off x="680014" y="4214795"/>
            <a:ext cx="418632" cy="73053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rgbClr val="5ACAD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2D167A-98AF-7215-B2CB-E8046D8273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51" b="2288"/>
          <a:stretch>
            <a:fillRect/>
          </a:stretch>
        </p:blipFill>
        <p:spPr>
          <a:xfrm>
            <a:off x="6872274" y="1047402"/>
            <a:ext cx="3398511" cy="2665389"/>
          </a:xfrm>
          <a:prstGeom prst="rect">
            <a:avLst/>
          </a:prstGeom>
        </p:spPr>
      </p:pic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411AE440-B4B8-8238-CEAF-C40A0CBC6CF1}"/>
              </a:ext>
            </a:extLst>
          </p:cNvPr>
          <p:cNvSpPr txBox="1">
            <a:spLocks/>
          </p:cNvSpPr>
          <p:nvPr/>
        </p:nvSpPr>
        <p:spPr>
          <a:xfrm>
            <a:off x="680014" y="4411673"/>
            <a:ext cx="10831972" cy="2131068"/>
          </a:xfrm>
          <a:prstGeom prst="rect">
            <a:avLst/>
          </a:prstGeom>
        </p:spPr>
        <p:txBody>
          <a:bodyPr vert="horz" lIns="91440" tIns="45720" rIns="91440" bIns="45720" numCol="2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s-ES" sz="1500">
                <a:latin typeface="Lato"/>
                <a:ea typeface="Lato"/>
                <a:cs typeface="Lato"/>
              </a:rPr>
              <a:t>📈</a:t>
            </a:r>
            <a:r>
              <a:rPr lang="es-ES" sz="1500" b="1">
                <a:latin typeface="Lato"/>
                <a:ea typeface="Lato"/>
                <a:cs typeface="Lato"/>
              </a:rPr>
              <a:t>Incidencias:</a:t>
            </a:r>
            <a:endParaRPr lang="en-US" sz="1500" b="1"/>
          </a:p>
          <a:p>
            <a:pPr marL="285750" indent="-28575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alibri" panose="020B0604020202020204" pitchFamily="34" charset="0"/>
              <a:buChar char="-"/>
              <a:tabLst>
                <a:tab pos="5114925" algn="l"/>
              </a:tabLst>
            </a:pPr>
            <a:r>
              <a:rPr lang="es-ES" sz="1400" b="1">
                <a:latin typeface="Lato"/>
                <a:ea typeface="Lato"/>
                <a:cs typeface="Lato"/>
              </a:rPr>
              <a:t>17 nuevas </a:t>
            </a:r>
            <a:r>
              <a:rPr lang="es-ES" sz="1400">
                <a:latin typeface="Lato"/>
                <a:ea typeface="Lato"/>
                <a:cs typeface="Lato"/>
              </a:rPr>
              <a:t>registradas</a:t>
            </a:r>
          </a:p>
          <a:p>
            <a:pPr marL="285750" indent="-28575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alibri" panose="020B0604020202020204" pitchFamily="34" charset="0"/>
              <a:buChar char="-"/>
            </a:pPr>
            <a:r>
              <a:rPr lang="es-ES" sz="1400" b="1">
                <a:latin typeface="Lato"/>
                <a:ea typeface="Lato"/>
                <a:cs typeface="Lato"/>
              </a:rPr>
              <a:t>PDF adjunto: </a:t>
            </a:r>
            <a:r>
              <a:rPr lang="es-ES" sz="1400">
                <a:latin typeface="Lato"/>
                <a:ea typeface="Lato"/>
                <a:cs typeface="Lato"/>
              </a:rPr>
              <a:t>detalle de casos de prueba ejecutados e incidencias detectadas en el sprint</a:t>
            </a:r>
          </a:p>
          <a:p>
            <a:pPr marL="285750" indent="-28575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alibri" panose="020B0604020202020204" pitchFamily="34" charset="0"/>
              <a:buChar char="-"/>
            </a:pPr>
            <a:r>
              <a:rPr lang="es-ES" sz="1400" b="1">
                <a:latin typeface="Lato"/>
                <a:ea typeface="Lato"/>
                <a:cs typeface="Lato"/>
              </a:rPr>
              <a:t>Planilla: </a:t>
            </a:r>
            <a:r>
              <a:rPr lang="es-ES" sz="1400">
                <a:latin typeface="Lato"/>
                <a:ea typeface="Lato"/>
                <a:cs typeface="Lato"/>
              </a:rPr>
              <a:t>desglose del estado actual de cada incidencia.</a:t>
            </a:r>
            <a:endParaRPr lang="es-ES" sz="1400"/>
          </a:p>
          <a:p>
            <a:pPr marL="361950" algn="just">
              <a:lnSpc>
                <a:spcPct val="150000"/>
              </a:lnSpc>
              <a:spcAft>
                <a:spcPts val="500"/>
              </a:spcAft>
            </a:pPr>
            <a:r>
              <a:rPr lang="es-ES" sz="1500">
                <a:latin typeface="Lato"/>
                <a:ea typeface="Lato"/>
                <a:cs typeface="Lato"/>
              </a:rPr>
              <a:t>⏸️ </a:t>
            </a:r>
            <a:r>
              <a:rPr lang="es-ES" sz="1500" b="1">
                <a:latin typeface="Lato"/>
                <a:ea typeface="Lato"/>
                <a:cs typeface="Lato"/>
              </a:rPr>
              <a:t>Casos de prueba temporalmente bloqueados:</a:t>
            </a:r>
            <a:r>
              <a:rPr lang="es-ES" sz="1500">
                <a:latin typeface="Lato"/>
                <a:ea typeface="Lato"/>
                <a:cs typeface="Lato"/>
              </a:rPr>
              <a:t> </a:t>
            </a:r>
            <a:r>
              <a:rPr lang="es-ES" sz="1400">
                <a:latin typeface="Lato"/>
                <a:ea typeface="Lato"/>
                <a:cs typeface="Lato"/>
              </a:rPr>
              <a:t> pendientes de la implementación de la selección de talla en PDP y la vista y </a:t>
            </a:r>
            <a:r>
              <a:rPr lang="es-ES" sz="1400" err="1">
                <a:latin typeface="Lato"/>
                <a:ea typeface="Lato"/>
                <a:cs typeface="Lato"/>
              </a:rPr>
              <a:t>scrolling</a:t>
            </a:r>
            <a:r>
              <a:rPr lang="es-ES" sz="1400">
                <a:latin typeface="Lato"/>
                <a:ea typeface="Lato"/>
                <a:cs typeface="Lato"/>
              </a:rPr>
              <a:t> de PLP.</a:t>
            </a:r>
            <a:endParaRPr lang="es-ES" sz="1400" b="1" i="1"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23777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0FFFF9D-644F-ADC1-C22D-EEF458D95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4508D9-7E8C-7D3A-C930-57238E644B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8115" y="514408"/>
            <a:ext cx="9161522" cy="369902"/>
          </a:xfrm>
        </p:spPr>
        <p:txBody>
          <a:bodyPr>
            <a:normAutofit fontScale="70000" lnSpcReduction="20000"/>
          </a:bodyPr>
          <a:lstStyle/>
          <a:p>
            <a:r>
              <a:rPr lang="es-ES" sz="3500" b="1">
                <a:latin typeface="Lato"/>
                <a:ea typeface="Lato"/>
                <a:cs typeface="Lato"/>
              </a:rPr>
              <a:t>Resultados Android </a:t>
            </a:r>
            <a:r>
              <a:rPr lang="es-ES" sz="3600"/>
              <a:t>🤖</a:t>
            </a:r>
            <a:endParaRPr lang="es-ES" sz="3500">
              <a:solidFill>
                <a:srgbClr val="173962"/>
              </a:solidFill>
              <a:latin typeface="Lato"/>
              <a:ea typeface="Lato"/>
              <a:cs typeface="Lato"/>
            </a:endParaRPr>
          </a:p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F7BBD44-7988-D2FD-4BC7-652B1B10D577}"/>
              </a:ext>
            </a:extLst>
          </p:cNvPr>
          <p:cNvSpPr>
            <a:spLocks/>
          </p:cNvSpPr>
          <p:nvPr/>
        </p:nvSpPr>
        <p:spPr>
          <a:xfrm>
            <a:off x="598115" y="889239"/>
            <a:ext cx="418632" cy="73053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rgbClr val="5ACADF"/>
              </a:solidFill>
            </a:endParaRP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D75F4ADA-120E-24B5-651D-93468CE82B98}"/>
              </a:ext>
            </a:extLst>
          </p:cNvPr>
          <p:cNvSpPr txBox="1">
            <a:spLocks/>
          </p:cNvSpPr>
          <p:nvPr/>
        </p:nvSpPr>
        <p:spPr>
          <a:xfrm>
            <a:off x="1016747" y="1043945"/>
            <a:ext cx="4477267" cy="25245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400" b="1"/>
              <a:t>Casos de Prueba diseñados: </a:t>
            </a:r>
            <a:r>
              <a:rPr lang="es-ES" sz="1400"/>
              <a:t>112</a:t>
            </a:r>
          </a:p>
          <a:p>
            <a:r>
              <a:rPr lang="es-ES" sz="1400" b="1">
                <a:latin typeface="Lato"/>
                <a:ea typeface="Lato"/>
                <a:cs typeface="Lato"/>
              </a:rPr>
              <a:t>Casos de Prueba ejecutados: </a:t>
            </a:r>
            <a:r>
              <a:rPr lang="es-ES" sz="1400">
                <a:latin typeface="Lato"/>
                <a:ea typeface="Lato"/>
                <a:cs typeface="Lato"/>
              </a:rPr>
              <a:t>112</a:t>
            </a:r>
            <a:endParaRPr lang="es-ES" sz="1400"/>
          </a:p>
          <a:p>
            <a:r>
              <a:rPr lang="es-ES" sz="1400" b="1"/>
              <a:t>Casos </a:t>
            </a:r>
            <a:r>
              <a:rPr lang="es-ES" sz="1400" b="1">
                <a:solidFill>
                  <a:srgbClr val="00B050"/>
                </a:solidFill>
              </a:rPr>
              <a:t>OK</a:t>
            </a:r>
            <a:r>
              <a:rPr lang="es-ES" sz="1400" b="1"/>
              <a:t>:</a:t>
            </a:r>
            <a:r>
              <a:rPr lang="es-ES" sz="1400"/>
              <a:t> 77</a:t>
            </a:r>
          </a:p>
          <a:p>
            <a:r>
              <a:rPr lang="es-ES" sz="1400" b="1"/>
              <a:t>Casos </a:t>
            </a:r>
            <a:r>
              <a:rPr lang="es-ES" sz="1400" b="1">
                <a:solidFill>
                  <a:srgbClr val="C00000"/>
                </a:solidFill>
              </a:rPr>
              <a:t>KO</a:t>
            </a:r>
            <a:r>
              <a:rPr lang="es-ES" sz="1400" b="1"/>
              <a:t>:</a:t>
            </a:r>
            <a:r>
              <a:rPr lang="es-ES" sz="1400"/>
              <a:t> 22</a:t>
            </a:r>
          </a:p>
          <a:p>
            <a:r>
              <a:rPr lang="es-ES" sz="1400" b="1"/>
              <a:t>Casos </a:t>
            </a:r>
            <a:r>
              <a:rPr lang="es-ES" sz="1400" b="1">
                <a:solidFill>
                  <a:schemeClr val="accent1"/>
                </a:solidFill>
              </a:rPr>
              <a:t>BLOCKED</a:t>
            </a:r>
            <a:r>
              <a:rPr lang="es-ES" sz="1400" b="1"/>
              <a:t>:</a:t>
            </a:r>
            <a:r>
              <a:rPr lang="es-ES" sz="1400"/>
              <a:t> 13</a:t>
            </a:r>
          </a:p>
          <a:p>
            <a:r>
              <a:rPr lang="es-ES" sz="1400"/>
              <a:t>🐛 </a:t>
            </a:r>
            <a:r>
              <a:rPr lang="es-ES" sz="1400" b="1"/>
              <a:t>Bugs reportados:</a:t>
            </a:r>
            <a:r>
              <a:rPr lang="es-ES" sz="1400"/>
              <a:t> 10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68B3CEB2-A64A-CDA0-F8AE-1FCDCF04D2C4}"/>
              </a:ext>
            </a:extLst>
          </p:cNvPr>
          <p:cNvSpPr txBox="1">
            <a:spLocks/>
          </p:cNvSpPr>
          <p:nvPr/>
        </p:nvSpPr>
        <p:spPr>
          <a:xfrm>
            <a:off x="601875" y="3811230"/>
            <a:ext cx="9481316" cy="4074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700" b="1">
                <a:latin typeface="Lato"/>
                <a:ea typeface="Lato"/>
                <a:cs typeface="Lato"/>
              </a:rPr>
              <a:t>Bloqueos o Riesgos</a:t>
            </a:r>
            <a:endParaRPr lang="es-ES" sz="2700">
              <a:latin typeface="Lato"/>
              <a:ea typeface="Lato"/>
              <a:cs typeface="Lato"/>
            </a:endParaRPr>
          </a:p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890771D-3DA5-8560-6129-241F41826727}"/>
              </a:ext>
            </a:extLst>
          </p:cNvPr>
          <p:cNvSpPr>
            <a:spLocks/>
          </p:cNvSpPr>
          <p:nvPr/>
        </p:nvSpPr>
        <p:spPr>
          <a:xfrm>
            <a:off x="680014" y="4214795"/>
            <a:ext cx="418632" cy="73053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rgbClr val="5ACADF"/>
              </a:solidFill>
            </a:endParaRP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CBEA7C4D-2C1C-9E05-7F83-527297CF50D2}"/>
              </a:ext>
            </a:extLst>
          </p:cNvPr>
          <p:cNvSpPr txBox="1">
            <a:spLocks/>
          </p:cNvSpPr>
          <p:nvPr/>
        </p:nvSpPr>
        <p:spPr>
          <a:xfrm>
            <a:off x="680014" y="4411673"/>
            <a:ext cx="10831972" cy="2131068"/>
          </a:xfrm>
          <a:prstGeom prst="rect">
            <a:avLst/>
          </a:prstGeom>
        </p:spPr>
        <p:txBody>
          <a:bodyPr vert="horz" lIns="91440" tIns="45720" rIns="91440" bIns="45720" numCol="2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s-ES" sz="1500">
                <a:latin typeface="Lato"/>
                <a:ea typeface="Lato"/>
                <a:cs typeface="Lato"/>
              </a:rPr>
              <a:t>📈</a:t>
            </a:r>
            <a:r>
              <a:rPr lang="es-ES" sz="1500" b="1">
                <a:latin typeface="Lato"/>
                <a:ea typeface="Lato"/>
                <a:cs typeface="Lato"/>
              </a:rPr>
              <a:t>Incidencias:</a:t>
            </a:r>
            <a:endParaRPr lang="en-US" sz="1500" b="1"/>
          </a:p>
          <a:p>
            <a:pPr marL="285750" indent="-28575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alibri" panose="020B0604020202020204" pitchFamily="34" charset="0"/>
              <a:buChar char="-"/>
              <a:tabLst>
                <a:tab pos="5114925" algn="l"/>
              </a:tabLst>
            </a:pPr>
            <a:r>
              <a:rPr lang="es-ES" sz="1400" b="1">
                <a:latin typeface="Lato"/>
                <a:ea typeface="Lato"/>
                <a:cs typeface="Lato"/>
              </a:rPr>
              <a:t>10 nuevas </a:t>
            </a:r>
            <a:r>
              <a:rPr lang="es-ES" sz="1400">
                <a:latin typeface="Lato"/>
                <a:ea typeface="Lato"/>
                <a:cs typeface="Lato"/>
              </a:rPr>
              <a:t>registradas</a:t>
            </a:r>
          </a:p>
          <a:p>
            <a:pPr marL="285750" indent="-28575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alibri" panose="020B0604020202020204" pitchFamily="34" charset="0"/>
              <a:buChar char="-"/>
            </a:pPr>
            <a:r>
              <a:rPr lang="es-ES" sz="1400" b="1">
                <a:latin typeface="Lato"/>
                <a:ea typeface="Lato"/>
                <a:cs typeface="Lato"/>
              </a:rPr>
              <a:t>PDF adjunto: </a:t>
            </a:r>
            <a:r>
              <a:rPr lang="es-ES" sz="1400">
                <a:latin typeface="Lato"/>
                <a:ea typeface="Lato"/>
                <a:cs typeface="Lato"/>
              </a:rPr>
              <a:t>detalle de casos de prueba ejecutados e incidencias detectadas en el sprint</a:t>
            </a:r>
          </a:p>
          <a:p>
            <a:pPr marL="285750" indent="-28575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alibri" panose="020B0604020202020204" pitchFamily="34" charset="0"/>
              <a:buChar char="-"/>
            </a:pPr>
            <a:r>
              <a:rPr lang="es-ES" sz="1400" b="1">
                <a:latin typeface="Lato"/>
                <a:ea typeface="Lato"/>
                <a:cs typeface="Lato"/>
              </a:rPr>
              <a:t>Planilla: </a:t>
            </a:r>
            <a:r>
              <a:rPr lang="es-ES" sz="1400">
                <a:latin typeface="Lato"/>
                <a:ea typeface="Lato"/>
                <a:cs typeface="Lato"/>
              </a:rPr>
              <a:t>desglose del estado actual de cada incidencia.</a:t>
            </a:r>
            <a:endParaRPr lang="es-ES" sz="1400"/>
          </a:p>
          <a:p>
            <a:pPr marL="361950" algn="just">
              <a:lnSpc>
                <a:spcPct val="150000"/>
              </a:lnSpc>
              <a:spcAft>
                <a:spcPts val="500"/>
              </a:spcAft>
            </a:pPr>
            <a:r>
              <a:rPr lang="es-ES" sz="1500"/>
              <a:t>⏸️ </a:t>
            </a:r>
            <a:r>
              <a:rPr lang="es-ES" sz="1500" b="1">
                <a:latin typeface="Lato"/>
                <a:ea typeface="Lato"/>
                <a:cs typeface="Lato"/>
              </a:rPr>
              <a:t>Casos de prueba temporalmente bloqueados:</a:t>
            </a:r>
            <a:r>
              <a:rPr lang="es-ES" sz="1500">
                <a:latin typeface="Lato"/>
                <a:ea typeface="Lato"/>
                <a:cs typeface="Lato"/>
              </a:rPr>
              <a:t> </a:t>
            </a:r>
            <a:r>
              <a:rPr lang="es-ES" sz="1400">
                <a:latin typeface="Lato"/>
                <a:ea typeface="Lato"/>
                <a:cs typeface="Lato"/>
              </a:rPr>
              <a:t> pendientes de la implementación de “Flash Sales” en el menú del </a:t>
            </a:r>
            <a:r>
              <a:rPr lang="es-ES" sz="1400" err="1">
                <a:latin typeface="Lato"/>
                <a:ea typeface="Lato"/>
                <a:cs typeface="Lato"/>
              </a:rPr>
              <a:t>header</a:t>
            </a:r>
            <a:r>
              <a:rPr lang="es-ES" sz="1400">
                <a:latin typeface="Lato"/>
                <a:ea typeface="Lato"/>
                <a:cs typeface="Lato"/>
              </a:rPr>
              <a:t> y de la corrección del </a:t>
            </a:r>
            <a:r>
              <a:rPr lang="es-ES" sz="1400" err="1">
                <a:latin typeface="Lato"/>
                <a:ea typeface="Lato"/>
                <a:cs typeface="Lato"/>
              </a:rPr>
              <a:t>dropdown</a:t>
            </a:r>
            <a:r>
              <a:rPr lang="es-ES" sz="1400">
                <a:latin typeface="Lato"/>
                <a:ea typeface="Lato"/>
                <a:cs typeface="Lato"/>
              </a:rPr>
              <a:t> de ordenación en los filtros.</a:t>
            </a:r>
            <a:endParaRPr lang="es-ES" sz="1400" b="1" i="1">
              <a:latin typeface="Lato"/>
              <a:ea typeface="Lato"/>
              <a:cs typeface="Lato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F985E0-0A63-77D9-26EC-1B83F5758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450" y="1099995"/>
            <a:ext cx="309562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149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F4E6B04A-FCC7-4089-230E-6EFFDC2A2A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8115" y="459996"/>
            <a:ext cx="9481316" cy="646521"/>
          </a:xfrm>
        </p:spPr>
        <p:txBody>
          <a:bodyPr>
            <a:normAutofit/>
          </a:bodyPr>
          <a:lstStyle/>
          <a:p>
            <a:r>
              <a:rPr lang="es-ES" b="1">
                <a:latin typeface="Lato"/>
                <a:ea typeface="Lato"/>
                <a:cs typeface="Lato"/>
              </a:rPr>
              <a:t>Observaciones</a:t>
            </a:r>
            <a:endParaRPr lang="es-ES" sz="3200">
              <a:solidFill>
                <a:srgbClr val="173962"/>
              </a:solidFill>
              <a:latin typeface="Lato"/>
              <a:ea typeface="Lato"/>
              <a:cs typeface="Lato"/>
            </a:endParaRPr>
          </a:p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658ADD5-40AD-66C8-8585-AE9B912BAC70}"/>
              </a:ext>
            </a:extLst>
          </p:cNvPr>
          <p:cNvSpPr>
            <a:spLocks/>
          </p:cNvSpPr>
          <p:nvPr/>
        </p:nvSpPr>
        <p:spPr>
          <a:xfrm>
            <a:off x="598115" y="1106517"/>
            <a:ext cx="418632" cy="73053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rgbClr val="5ACADF"/>
              </a:solidFill>
            </a:endParaRP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C1E6055E-2DF7-D6D1-B979-3B878C54BF70}"/>
              </a:ext>
            </a:extLst>
          </p:cNvPr>
          <p:cNvSpPr txBox="1">
            <a:spLocks/>
          </p:cNvSpPr>
          <p:nvPr/>
        </p:nvSpPr>
        <p:spPr>
          <a:xfrm>
            <a:off x="879894" y="1399032"/>
            <a:ext cx="10148324" cy="4846319"/>
          </a:xfrm>
          <a:prstGeom prst="rect">
            <a:avLst/>
          </a:prstGeom>
        </p:spPr>
        <p:txBody>
          <a:bodyPr vert="horz" lIns="91440" tIns="45720" rIns="91440" bIns="45720" numCol="2" spcCol="720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600"/>
              <a:t>🌐 </a:t>
            </a:r>
            <a:r>
              <a:rPr lang="es-ES" sz="1600" b="1"/>
              <a:t>Requerimientos de SO: 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s-ES" sz="1600"/>
              <a:t>iOS requiere una versión de Sistema Operativo v16.6 o posterior.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s-ES" sz="1600"/>
              <a:t>Android corre en versiones 9 y posteriores.</a:t>
            </a:r>
          </a:p>
          <a:p>
            <a:pPr>
              <a:lnSpc>
                <a:spcPct val="150000"/>
              </a:lnSpc>
            </a:pPr>
            <a:endParaRPr lang="es-ES" sz="500"/>
          </a:p>
          <a:p>
            <a:pPr>
              <a:lnSpc>
                <a:spcPct val="150000"/>
              </a:lnSpc>
            </a:pPr>
            <a:r>
              <a:rPr lang="es-ES" sz="1600"/>
              <a:t>💡 </a:t>
            </a:r>
            <a:r>
              <a:rPr lang="es-ES" sz="1600" b="1"/>
              <a:t>Propuestas y Sugerencias:</a:t>
            </a:r>
            <a:r>
              <a:rPr lang="es-ES" sz="1600"/>
              <a:t> 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s-ES" sz="1600" b="1"/>
              <a:t>Apartado “4 Razones”</a:t>
            </a:r>
            <a:r>
              <a:rPr lang="es-ES" sz="1600" b="1" i="1"/>
              <a:t>. </a:t>
            </a:r>
            <a:r>
              <a:rPr lang="es-ES" sz="1600"/>
              <a:t>Se percibe un poco sobre espaciado entre el título y las propuestas.</a:t>
            </a:r>
            <a:endParaRPr lang="es-ES" sz="1600" b="1"/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s-ES" sz="1600" b="1"/>
              <a:t>Modal de registro</a:t>
            </a:r>
            <a:r>
              <a:rPr lang="es-ES" sz="1600"/>
              <a:t>. Criterios de Aceptación contemplan  un aspa de cierre, aunque no está presente en el diseño ni en la implementación.</a:t>
            </a:r>
          </a:p>
          <a:p>
            <a:pPr>
              <a:lnSpc>
                <a:spcPct val="150000"/>
              </a:lnSpc>
            </a:pPr>
            <a:endParaRPr lang="es-ES" sz="500"/>
          </a:p>
          <a:p>
            <a:pPr algn="just">
              <a:lnSpc>
                <a:spcPct val="150000"/>
              </a:lnSpc>
            </a:pPr>
            <a:r>
              <a:rPr lang="es-ES" sz="1600"/>
              <a:t>🧪 </a:t>
            </a:r>
            <a:r>
              <a:rPr lang="es-ES" sz="1600" b="1"/>
              <a:t>Calidad general del entregable:</a:t>
            </a:r>
          </a:p>
          <a:p>
            <a:pPr algn="just">
              <a:lnSpc>
                <a:spcPct val="150000"/>
              </a:lnSpc>
            </a:pPr>
            <a:r>
              <a:rPr lang="es-ES" sz="1600">
                <a:latin typeface="Lato"/>
                <a:ea typeface="Lato"/>
                <a:cs typeface="Lato"/>
              </a:rPr>
              <a:t>Las incidencias detectadas en cada una de las plataformas fueron reportadas al equipo de desarrollo. Todas están en </a:t>
            </a:r>
            <a:r>
              <a:rPr lang="es-ES" sz="1600" b="1">
                <a:latin typeface="Lato"/>
                <a:ea typeface="Lato"/>
                <a:cs typeface="Lato"/>
              </a:rPr>
              <a:t>investigación activa por el equipo de </a:t>
            </a:r>
            <a:r>
              <a:rPr lang="es-ES" sz="1600" b="1" err="1">
                <a:latin typeface="Lato"/>
                <a:ea typeface="Lato"/>
                <a:cs typeface="Lato"/>
              </a:rPr>
              <a:t>DEVs</a:t>
            </a:r>
            <a:r>
              <a:rPr lang="es-ES" sz="1600">
                <a:latin typeface="Lato"/>
                <a:ea typeface="Lato"/>
                <a:cs typeface="Lato"/>
              </a:rPr>
              <a:t>, con </a:t>
            </a:r>
            <a:r>
              <a:rPr lang="es-ES" sz="1600" b="1">
                <a:latin typeface="Lato"/>
                <a:ea typeface="Lato"/>
                <a:cs typeface="Lato"/>
              </a:rPr>
              <a:t>seguimiento de QA </a:t>
            </a:r>
            <a:r>
              <a:rPr lang="es-ES" sz="1600">
                <a:latin typeface="Lato"/>
                <a:ea typeface="Lato"/>
                <a:cs typeface="Lato"/>
              </a:rPr>
              <a:t>para asegurar la </a:t>
            </a:r>
            <a:r>
              <a:rPr lang="es-ES" sz="1600" b="1">
                <a:latin typeface="Lato"/>
                <a:ea typeface="Lato"/>
                <a:cs typeface="Lato"/>
              </a:rPr>
              <a:t>máxima estabilidad y calidad posible </a:t>
            </a:r>
            <a:r>
              <a:rPr lang="es-ES" sz="1600">
                <a:latin typeface="Lato"/>
                <a:ea typeface="Lato"/>
                <a:cs typeface="Lato"/>
              </a:rPr>
              <a:t>del entregable.</a:t>
            </a:r>
            <a:endParaRPr lang="es-ES" sz="1600" b="1" i="1">
              <a:latin typeface="Lato"/>
              <a:ea typeface="Lato"/>
              <a:cs typeface="Lato"/>
            </a:endParaRP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endParaRPr lang="es-ES" sz="1600" b="1" i="1"/>
          </a:p>
          <a:p>
            <a:pPr>
              <a:lnSpc>
                <a:spcPct val="150000"/>
              </a:lnSpc>
            </a:pPr>
            <a:endParaRPr lang="es-ES" sz="1600" b="1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23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oscuro, luz, noche, agua&#10;&#10;Descripción generada automáticamente">
            <a:extLst>
              <a:ext uri="{FF2B5EF4-FFF2-40B4-BE49-F238E27FC236}">
                <a16:creationId xmlns:a16="http://schemas.microsoft.com/office/drawing/2014/main" id="{971FB814-EFA4-BAAE-9C4E-FDA3EB551D2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50BB732-AA7F-8B1C-069E-A818EA18D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0888" y="2900317"/>
            <a:ext cx="6127965" cy="66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12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98909b6-f0fe-40c7-aff9-b1e3ea7c7c33">
      <Terms xmlns="http://schemas.microsoft.com/office/infopath/2007/PartnerControls"/>
    </lcf76f155ced4ddcb4097134ff3c332f>
    <TaxCatchAll xmlns="09568c12-c3e8-4777-b3af-3c9d19d8b23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EDA263FE39B645BA3CDB43A55C67B4" ma:contentTypeVersion="15" ma:contentTypeDescription="Crear nuevo documento." ma:contentTypeScope="" ma:versionID="ad666bf727fb66c582264b3e7b02e002">
  <xsd:schema xmlns:xsd="http://www.w3.org/2001/XMLSchema" xmlns:xs="http://www.w3.org/2001/XMLSchema" xmlns:p="http://schemas.microsoft.com/office/2006/metadata/properties" xmlns:ns2="598909b6-f0fe-40c7-aff9-b1e3ea7c7c33" xmlns:ns3="09568c12-c3e8-4777-b3af-3c9d19d8b23e" targetNamespace="http://schemas.microsoft.com/office/2006/metadata/properties" ma:root="true" ma:fieldsID="948f62df5afa561d66ec2c8b09d08ed0" ns2:_="" ns3:_="">
    <xsd:import namespace="598909b6-f0fe-40c7-aff9-b1e3ea7c7c33"/>
    <xsd:import namespace="09568c12-c3e8-4777-b3af-3c9d19d8b2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8909b6-f0fe-40c7-aff9-b1e3ea7c7c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831c2ce8-7846-47e3-bce0-cbc07d5ede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568c12-c3e8-4777-b3af-3c9d19d8b23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aa6a845-3c05-4c1f-9eb9-878ca1ad78f1}" ma:internalName="TaxCatchAll" ma:showField="CatchAllData" ma:web="09568c12-c3e8-4777-b3af-3c9d19d8b2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909031-DFA8-4448-98C6-DD440229F264}">
  <ds:schemaRefs>
    <ds:schemaRef ds:uri="09568c12-c3e8-4777-b3af-3c9d19d8b23e"/>
    <ds:schemaRef ds:uri="598909b6-f0fe-40c7-aff9-b1e3ea7c7c3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ECD09C3-45B6-4B93-B893-686F3A99B1DD}">
  <ds:schemaRefs>
    <ds:schemaRef ds:uri="09568c12-c3e8-4777-b3af-3c9d19d8b23e"/>
    <ds:schemaRef ds:uri="598909b6-f0fe-40c7-aff9-b1e3ea7c7c3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54EB728-A5F8-4F1B-B454-2A74CB2E17E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Recorte</Template>
  <Application>Microsoft Office PowerPoint</Application>
  <PresentationFormat>Widescreen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2013 - Tema de 2022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Teresa Diez Bartolome</dc:creator>
  <cp:revision>1</cp:revision>
  <dcterms:created xsi:type="dcterms:W3CDTF">2022-02-01T11:39:21Z</dcterms:created>
  <dcterms:modified xsi:type="dcterms:W3CDTF">2025-11-18T11:55:50Z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0x01010006C3B0BEFCEA4B418E31A466AEEC3AAC</vt:lpwstr>
  </property>
  <property fmtid="{D5CDD505-2E9C-101B-9397-08002B2CF9AE}" pid="3" name="MediaServiceImageTags">
    <vt:lpwstr/>
  </property>
</Properties>
</file>